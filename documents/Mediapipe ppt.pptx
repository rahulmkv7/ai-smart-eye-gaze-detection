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50" d="100"/>
          <a:sy n="50" d="100"/>
        </p:scale>
        <p:origin x="29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" userId="4de41f6ec4a7d531" providerId="LiveId" clId="{BF2BA2B4-AF55-40A8-A06B-EC976D0A3F7B}"/>
    <pc:docChg chg="custSel addSld delSld modSld">
      <pc:chgData name="rahul mohan" userId="4de41f6ec4a7d531" providerId="LiveId" clId="{BF2BA2B4-AF55-40A8-A06B-EC976D0A3F7B}" dt="2026-03-24T08:03:43.423" v="86" actId="1076"/>
      <pc:docMkLst>
        <pc:docMk/>
      </pc:docMkLst>
      <pc:sldChg chg="addSp delSp modSp mod modClrScheme chgLayout">
        <pc:chgData name="rahul mohan" userId="4de41f6ec4a7d531" providerId="LiveId" clId="{BF2BA2B4-AF55-40A8-A06B-EC976D0A3F7B}" dt="2026-03-24T08:01:11.707" v="72" actId="1076"/>
        <pc:sldMkLst>
          <pc:docMk/>
          <pc:sldMk cId="1607048173" sldId="259"/>
        </pc:sldMkLst>
        <pc:spChg chg="mod ord">
          <ac:chgData name="rahul mohan" userId="4de41f6ec4a7d531" providerId="LiveId" clId="{BF2BA2B4-AF55-40A8-A06B-EC976D0A3F7B}" dt="2026-03-23T19:15:47.551" v="11" actId="700"/>
          <ac:spMkLst>
            <pc:docMk/>
            <pc:sldMk cId="1607048173" sldId="259"/>
            <ac:spMk id="2" creationId="{A921F675-ED84-7499-8BBE-9E2C95211CE4}"/>
          </ac:spMkLst>
        </pc:spChg>
        <pc:spChg chg="add mod ord">
          <ac:chgData name="rahul mohan" userId="4de41f6ec4a7d531" providerId="LiveId" clId="{BF2BA2B4-AF55-40A8-A06B-EC976D0A3F7B}" dt="2026-03-23T19:15:47.551" v="11" actId="700"/>
          <ac:spMkLst>
            <pc:docMk/>
            <pc:sldMk cId="1607048173" sldId="259"/>
            <ac:spMk id="3" creationId="{47B84F2D-3772-9A59-9905-3EBC83D1E058}"/>
          </ac:spMkLst>
        </pc:spChg>
        <pc:spChg chg="mod ord">
          <ac:chgData name="rahul mohan" userId="4de41f6ec4a7d531" providerId="LiveId" clId="{BF2BA2B4-AF55-40A8-A06B-EC976D0A3F7B}" dt="2026-03-23T19:15:47.551" v="11" actId="700"/>
          <ac:spMkLst>
            <pc:docMk/>
            <pc:sldMk cId="1607048173" sldId="259"/>
            <ac:spMk id="4" creationId="{9C4D09BB-2BD6-2B41-E8CB-FD76B95EA552}"/>
          </ac:spMkLst>
        </pc:spChg>
        <pc:spChg chg="add mod ord">
          <ac:chgData name="rahul mohan" userId="4de41f6ec4a7d531" providerId="LiveId" clId="{BF2BA2B4-AF55-40A8-A06B-EC976D0A3F7B}" dt="2026-03-23T19:15:47.551" v="11" actId="700"/>
          <ac:spMkLst>
            <pc:docMk/>
            <pc:sldMk cId="1607048173" sldId="259"/>
            <ac:spMk id="5" creationId="{BDF09D25-DF1F-382E-E210-8934C26B57BC}"/>
          </ac:spMkLst>
        </pc:spChg>
        <pc:spChg chg="add del mod ord">
          <ac:chgData name="rahul mohan" userId="4de41f6ec4a7d531" providerId="LiveId" clId="{BF2BA2B4-AF55-40A8-A06B-EC976D0A3F7B}" dt="2026-03-24T07:54:44.147" v="27" actId="931"/>
          <ac:spMkLst>
            <pc:docMk/>
            <pc:sldMk cId="1607048173" sldId="259"/>
            <ac:spMk id="6" creationId="{B982632E-979D-E129-25BE-D19DEA7C5764}"/>
          </ac:spMkLst>
        </pc:spChg>
        <pc:spChg chg="add del mod">
          <ac:chgData name="rahul mohan" userId="4de41f6ec4a7d531" providerId="LiveId" clId="{BF2BA2B4-AF55-40A8-A06B-EC976D0A3F7B}" dt="2026-03-24T07:56:01.306" v="30" actId="931"/>
          <ac:spMkLst>
            <pc:docMk/>
            <pc:sldMk cId="1607048173" sldId="259"/>
            <ac:spMk id="10" creationId="{BB4038A0-7556-50B7-7691-9CCEE584C14F}"/>
          </ac:spMkLst>
        </pc:spChg>
        <pc:picChg chg="add del mod ord">
          <ac:chgData name="rahul mohan" userId="4de41f6ec4a7d531" providerId="LiveId" clId="{BF2BA2B4-AF55-40A8-A06B-EC976D0A3F7B}" dt="2026-03-24T07:54:59.719" v="29" actId="21"/>
          <ac:picMkLst>
            <pc:docMk/>
            <pc:sldMk cId="1607048173" sldId="259"/>
            <ac:picMk id="8" creationId="{E5AED804-EE2F-0CB9-7F09-FB6965DC1734}"/>
          </ac:picMkLst>
        </pc:picChg>
        <pc:picChg chg="add mod ord">
          <ac:chgData name="rahul mohan" userId="4de41f6ec4a7d531" providerId="LiveId" clId="{BF2BA2B4-AF55-40A8-A06B-EC976D0A3F7B}" dt="2026-03-24T08:01:11.707" v="72" actId="1076"/>
          <ac:picMkLst>
            <pc:docMk/>
            <pc:sldMk cId="1607048173" sldId="259"/>
            <ac:picMk id="12" creationId="{7599DBB0-C3C0-CC75-25F2-7024DC9F0B67}"/>
          </ac:picMkLst>
        </pc:picChg>
        <pc:picChg chg="add del mod">
          <ac:chgData name="rahul mohan" userId="4de41f6ec4a7d531" providerId="LiveId" clId="{BF2BA2B4-AF55-40A8-A06B-EC976D0A3F7B}" dt="2026-03-24T08:01:04.782" v="70" actId="21"/>
          <ac:picMkLst>
            <pc:docMk/>
            <pc:sldMk cId="1607048173" sldId="259"/>
            <ac:picMk id="14" creationId="{C2764395-1F73-9776-CFE3-A1C1AAFAFCFD}"/>
          </ac:picMkLst>
        </pc:picChg>
      </pc:sldChg>
      <pc:sldChg chg="addSp delSp modSp mod modClrScheme chgLayout">
        <pc:chgData name="rahul mohan" userId="4de41f6ec4a7d531" providerId="LiveId" clId="{BF2BA2B4-AF55-40A8-A06B-EC976D0A3F7B}" dt="2026-03-24T08:03:17.762" v="85" actId="14100"/>
        <pc:sldMkLst>
          <pc:docMk/>
          <pc:sldMk cId="2591256853" sldId="260"/>
        </pc:sldMkLst>
        <pc:spChg chg="mod ord">
          <ac:chgData name="rahul mohan" userId="4de41f6ec4a7d531" providerId="LiveId" clId="{BF2BA2B4-AF55-40A8-A06B-EC976D0A3F7B}" dt="2026-03-24T07:56:53.009" v="35" actId="700"/>
          <ac:spMkLst>
            <pc:docMk/>
            <pc:sldMk cId="2591256853" sldId="260"/>
            <ac:spMk id="2" creationId="{81B74647-B405-0E18-306A-D5F5B5493DFD}"/>
          </ac:spMkLst>
        </pc:spChg>
        <pc:spChg chg="mod ord">
          <ac:chgData name="rahul mohan" userId="4de41f6ec4a7d531" providerId="LiveId" clId="{BF2BA2B4-AF55-40A8-A06B-EC976D0A3F7B}" dt="2026-03-24T07:56:53.009" v="35" actId="700"/>
          <ac:spMkLst>
            <pc:docMk/>
            <pc:sldMk cId="2591256853" sldId="260"/>
            <ac:spMk id="3" creationId="{111A0411-7A73-107D-0622-835A9A095CAB}"/>
          </ac:spMkLst>
        </pc:spChg>
        <pc:spChg chg="add del mod ord">
          <ac:chgData name="rahul mohan" userId="4de41f6ec4a7d531" providerId="LiveId" clId="{BF2BA2B4-AF55-40A8-A06B-EC976D0A3F7B}" dt="2026-03-24T08:00:45.453" v="67"/>
          <ac:spMkLst>
            <pc:docMk/>
            <pc:sldMk cId="2591256853" sldId="260"/>
            <ac:spMk id="4" creationId="{86176D4E-F9A3-24E8-B17F-DEE624B4CEBC}"/>
          </ac:spMkLst>
        </pc:spChg>
        <pc:picChg chg="add mod">
          <ac:chgData name="rahul mohan" userId="4de41f6ec4a7d531" providerId="LiveId" clId="{BF2BA2B4-AF55-40A8-A06B-EC976D0A3F7B}" dt="2026-03-24T08:03:12.023" v="83" actId="1076"/>
          <ac:picMkLst>
            <pc:docMk/>
            <pc:sldMk cId="2591256853" sldId="260"/>
            <ac:picMk id="5" creationId="{5A52EE06-0708-714B-B1EB-32C084FD1B6B}"/>
          </ac:picMkLst>
        </pc:picChg>
        <pc:picChg chg="add mod">
          <ac:chgData name="rahul mohan" userId="4de41f6ec4a7d531" providerId="LiveId" clId="{BF2BA2B4-AF55-40A8-A06B-EC976D0A3F7B}" dt="2026-03-24T08:03:17.762" v="85" actId="14100"/>
          <ac:picMkLst>
            <pc:docMk/>
            <pc:sldMk cId="2591256853" sldId="260"/>
            <ac:picMk id="7" creationId="{84165293-76DB-749D-86D1-BFA41767E083}"/>
          </ac:picMkLst>
        </pc:picChg>
      </pc:sldChg>
      <pc:sldChg chg="modSp del mod">
        <pc:chgData name="rahul mohan" userId="4de41f6ec4a7d531" providerId="LiveId" clId="{BF2BA2B4-AF55-40A8-A06B-EC976D0A3F7B}" dt="2026-03-24T07:49:03.172" v="22" actId="2696"/>
        <pc:sldMkLst>
          <pc:docMk/>
          <pc:sldMk cId="146809607" sldId="261"/>
        </pc:sldMkLst>
        <pc:spChg chg="mod">
          <ac:chgData name="rahul mohan" userId="4de41f6ec4a7d531" providerId="LiveId" clId="{BF2BA2B4-AF55-40A8-A06B-EC976D0A3F7B}" dt="2026-03-24T07:47:56.169" v="15" actId="1076"/>
          <ac:spMkLst>
            <pc:docMk/>
            <pc:sldMk cId="146809607" sldId="261"/>
            <ac:spMk id="2" creationId="{00494440-4842-B112-A36D-F17E32A0F5B1}"/>
          </ac:spMkLst>
        </pc:spChg>
      </pc:sldChg>
      <pc:sldChg chg="new del">
        <pc:chgData name="rahul mohan" userId="4de41f6ec4a7d531" providerId="LiveId" clId="{BF2BA2B4-AF55-40A8-A06B-EC976D0A3F7B}" dt="2026-03-24T07:47:25.327" v="13" actId="2696"/>
        <pc:sldMkLst>
          <pc:docMk/>
          <pc:sldMk cId="1050082388" sldId="263"/>
        </pc:sldMkLst>
      </pc:sldChg>
      <pc:sldChg chg="addSp delSp modSp new mod">
        <pc:chgData name="rahul mohan" userId="4de41f6ec4a7d531" providerId="LiveId" clId="{BF2BA2B4-AF55-40A8-A06B-EC976D0A3F7B}" dt="2026-03-24T08:03:43.423" v="86" actId="1076"/>
        <pc:sldMkLst>
          <pc:docMk/>
          <pc:sldMk cId="3292341151" sldId="263"/>
        </pc:sldMkLst>
        <pc:spChg chg="mod">
          <ac:chgData name="rahul mohan" userId="4de41f6ec4a7d531" providerId="LiveId" clId="{BF2BA2B4-AF55-40A8-A06B-EC976D0A3F7B}" dt="2026-03-24T07:48:27.036" v="20"/>
          <ac:spMkLst>
            <pc:docMk/>
            <pc:sldMk cId="3292341151" sldId="263"/>
            <ac:spMk id="2" creationId="{B1ED620F-75A8-B5AB-96EB-7AB9AABA3900}"/>
          </ac:spMkLst>
        </pc:spChg>
        <pc:spChg chg="mod">
          <ac:chgData name="rahul mohan" userId="4de41f6ec4a7d531" providerId="LiveId" clId="{BF2BA2B4-AF55-40A8-A06B-EC976D0A3F7B}" dt="2026-03-24T08:03:43.423" v="86" actId="1076"/>
          <ac:spMkLst>
            <pc:docMk/>
            <pc:sldMk cId="3292341151" sldId="263"/>
            <ac:spMk id="3" creationId="{5B15800D-5B81-5A4F-037F-DA80A4266F8C}"/>
          </ac:spMkLst>
        </pc:spChg>
        <pc:spChg chg="del">
          <ac:chgData name="rahul mohan" userId="4de41f6ec4a7d531" providerId="LiveId" clId="{BF2BA2B4-AF55-40A8-A06B-EC976D0A3F7B}" dt="2026-03-24T07:53:58.501" v="23"/>
          <ac:spMkLst>
            <pc:docMk/>
            <pc:sldMk cId="3292341151" sldId="263"/>
            <ac:spMk id="4" creationId="{4C1AC333-83E5-F7E6-5015-B46D134FAC90}"/>
          </ac:spMkLst>
        </pc:spChg>
        <pc:picChg chg="add mod">
          <ac:chgData name="rahul mohan" userId="4de41f6ec4a7d531" providerId="LiveId" clId="{BF2BA2B4-AF55-40A8-A06B-EC976D0A3F7B}" dt="2026-03-24T07:54:10.003" v="26" actId="14100"/>
          <ac:picMkLst>
            <pc:docMk/>
            <pc:sldMk cId="3292341151" sldId="263"/>
            <ac:picMk id="5" creationId="{70FCA674-5DB8-6A18-DFBD-895101DDF7AF}"/>
          </ac:picMkLst>
        </pc:picChg>
      </pc:sldChg>
      <pc:sldChg chg="add del">
        <pc:chgData name="rahul mohan" userId="4de41f6ec4a7d531" providerId="LiveId" clId="{BF2BA2B4-AF55-40A8-A06B-EC976D0A3F7B}" dt="2026-03-24T07:48:17.464" v="19" actId="2696"/>
        <pc:sldMkLst>
          <pc:docMk/>
          <pc:sldMk cId="3170296108" sldId="264"/>
        </pc:sldMkLst>
      </pc:sldChg>
      <pc:sldChg chg="add del">
        <pc:chgData name="rahul mohan" userId="4de41f6ec4a7d531" providerId="LiveId" clId="{BF2BA2B4-AF55-40A8-A06B-EC976D0A3F7B}" dt="2026-03-24T07:48:14.908" v="18" actId="2696"/>
        <pc:sldMkLst>
          <pc:docMk/>
          <pc:sldMk cId="395927841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34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63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5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58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9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5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2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8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9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2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02FBE8-05E6-4EFE-8FC9-C59086F7D9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310809-9A35-495B-AD06-B7CE956D64F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66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7515-E6B2-8471-B5BB-056E4EECE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AI-Based Eye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3E2C2-F9B1-1B39-C34C-E2DEF0219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Module: </a:t>
            </a:r>
            <a:r>
              <a:rPr lang="en-IN" dirty="0" err="1"/>
              <a:t>MediaPipe</a:t>
            </a:r>
            <a:r>
              <a:rPr lang="en-IN" dirty="0"/>
              <a:t> &amp; Its Function</a:t>
            </a:r>
          </a:p>
        </p:txBody>
      </p:sp>
    </p:spTree>
    <p:extLst>
      <p:ext uri="{BB962C8B-B14F-4D97-AF65-F5344CB8AC3E}">
        <p14:creationId xmlns:p14="http://schemas.microsoft.com/office/powerpoint/2010/main" val="275194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4041-184C-B13A-9515-6CA77DC3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31193"/>
          </a:xfrm>
        </p:spPr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MediaPipe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66B16F-A4D6-9D70-8D36-5FB2D44CA4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754881"/>
            <a:ext cx="1023474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open-source framework by Google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real-time computer vision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pre-trained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models for: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detection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 tracking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Pose estimation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efficiently on normal CPUs </a:t>
            </a:r>
          </a:p>
        </p:txBody>
      </p:sp>
    </p:spTree>
    <p:extLst>
      <p:ext uri="{BB962C8B-B14F-4D97-AF65-F5344CB8AC3E}">
        <p14:creationId xmlns:p14="http://schemas.microsoft.com/office/powerpoint/2010/main" val="109154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EC8F-5250-A250-FA88-CE98BE24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MediaPipe</a:t>
            </a:r>
            <a:r>
              <a:rPr lang="en-US" dirty="0"/>
              <a:t> in This Project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5ED4F2-792F-C77B-63D4-DFD92EDF5B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6929" y="2719581"/>
            <a:ext cx="94596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facial landmark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standard RGB camera (no IR needed)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and fast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for eye &amp; iris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assistive systems for disabled users </a:t>
            </a:r>
          </a:p>
        </p:txBody>
      </p:sp>
    </p:spTree>
    <p:extLst>
      <p:ext uri="{BB962C8B-B14F-4D97-AF65-F5344CB8AC3E}">
        <p14:creationId xmlns:p14="http://schemas.microsoft.com/office/powerpoint/2010/main" val="344632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F675-ED84-7499-8BBE-9E2C9521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Face Mesh &amp; Landmark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84F2D-3772-9A59-9905-3EBC83D1E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4D09BB-2BD6-2B41-E8CB-FD76B95EA55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468 facial landmarks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Extracts: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Eye corners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Eyelids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Iris 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lighting changes &amp; small head movement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09D25-DF1F-382E-E210-8934C26B5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599DBB0-C3C0-CC75-25F2-7024DC9F0B6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160" y="2685945"/>
            <a:ext cx="4145280" cy="32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4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4647-B405-0E18-306A-D5F5B549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Iris Tracking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1A0411-7A73-107D-0622-835A9A095CA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49679" y="1737360"/>
                <a:ext cx="5349241" cy="4567187"/>
              </a:xfrm>
            </p:spPr>
            <p:txBody>
              <a:bodyPr>
                <a:normAutofit/>
              </a:bodyPr>
              <a:lstStyle/>
              <a:p>
                <a:pPr>
                  <a:buClrTx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Iris center calculated using landmark averaging 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Tx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Position compared with eye boundaries </a:t>
                </a:r>
              </a:p>
              <a:p>
                <a:pPr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 smtClean="0"/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x-none" i="1"/>
                                <m:t>𝑥</m:t>
                              </m:r>
                            </m:e>
                            <m:sub>
                              <m:r>
                                <a:rPr lang="x-none" i="1"/>
                                <m:t>𝑖𝑟𝑖𝑠</m:t>
                              </m:r>
                            </m:sub>
                          </m:sSub>
                          <m:r>
                            <a:rPr lang="x-none"/>
                            <m:t>=</m:t>
                          </m:r>
                          <m:f>
                            <m:fPr>
                              <m:ctrlPr>
                                <a:rPr lang="en-IN" i="1"/>
                              </m:ctrlPr>
                            </m:fPr>
                            <m:num>
                              <m:r>
                                <a:rPr lang="x-none"/>
                                <m:t>1</m:t>
                              </m:r>
                            </m:num>
                            <m:den>
                              <m:r>
                                <a:rPr lang="x-none" i="1"/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IN" i="1"/>
                              </m:ctrlPr>
                            </m:naryPr>
                            <m:sub>
                              <m:r>
                                <a:rPr lang="x-none" i="1"/>
                                <m:t>𝑖</m:t>
                              </m:r>
                              <m:r>
                                <a:rPr lang="x-none"/>
                                <m:t>=1</m:t>
                              </m:r>
                            </m:sub>
                            <m:sup>
                              <m:r>
                                <a:rPr lang="x-none" i="1"/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i="1"/>
                                  </m:ctrlPr>
                                </m:sSubPr>
                                <m:e>
                                  <m:r>
                                    <a:rPr lang="x-none" i="1"/>
                                    <m:t>𝑥</m:t>
                                  </m:r>
                                </m:e>
                                <m:sub>
                                  <m:r>
                                    <a:rPr lang="x-none" i="1"/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  <m:e/>
                        <m:e/>
                      </m:mr>
                    </m:m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/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x-none" i="1"/>
                                <m:t>𝑦</m:t>
                              </m:r>
                            </m:e>
                            <m:sub>
                              <m:r>
                                <a:rPr lang="x-none" i="1"/>
                                <m:t>𝑖𝑟𝑖𝑠</m:t>
                              </m:r>
                            </m:sub>
                          </m:sSub>
                          <m:r>
                            <a:rPr lang="x-none"/>
                            <m:t>=</m:t>
                          </m:r>
                          <m:f>
                            <m:fPr>
                              <m:ctrlPr>
                                <a:rPr lang="en-IN" i="1"/>
                              </m:ctrlPr>
                            </m:fPr>
                            <m:num>
                              <m:r>
                                <a:rPr lang="x-none"/>
                                <m:t>1</m:t>
                              </m:r>
                            </m:num>
                            <m:den>
                              <m:r>
                                <a:rPr lang="x-none" i="1"/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IN" i="1"/>
                              </m:ctrlPr>
                            </m:naryPr>
                            <m:sub>
                              <m:r>
                                <a:rPr lang="x-none" i="1"/>
                                <m:t>𝑖</m:t>
                              </m:r>
                              <m:r>
                                <a:rPr lang="x-none"/>
                                <m:t>=1</m:t>
                              </m:r>
                            </m:sub>
                            <m:sup>
                              <m:r>
                                <a:rPr lang="x-none" i="1"/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i="1"/>
                                  </m:ctrlPr>
                                </m:sSubPr>
                                <m:e>
                                  <m:r>
                                    <a:rPr lang="x-none" i="1"/>
                                    <m:t>𝑦</m:t>
                                  </m:r>
                                </m:e>
                                <m:sub>
                                  <m:r>
                                    <a:rPr lang="x-none" i="1"/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  <m:e/>
                        <m:e/>
                      </m:mr>
                    </m:m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x-none" dirty="0"/>
                  <a:t>where </a:t>
                </a:r>
                <a14:m>
                  <m:oMath xmlns:m="http://schemas.openxmlformats.org/officeDocument/2006/math">
                    <m:r>
                      <a:rPr lang="x-none" i="1"/>
                      <m:t>𝑁</m:t>
                    </m:r>
                    <m:r>
                      <a:rPr lang="x-none"/>
                      <m:t>=</m:t>
                    </m:r>
                  </m:oMath>
                </a14:m>
                <a:r>
                  <a:rPr lang="x-none" dirty="0"/>
                  <a:t>represents the number of iris landmarks.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1A0411-7A73-107D-0622-835A9A095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49679" y="1737360"/>
                <a:ext cx="5349241" cy="4567187"/>
              </a:xfrm>
              <a:blipFill>
                <a:blip r:embed="rId2"/>
                <a:stretch>
                  <a:fillRect l="-3189" t="-1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2EE06-0708-714B-B1EB-32C084FD1B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91262" y="1915116"/>
            <a:ext cx="2772076" cy="42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5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0C05-D84C-6713-6216-F72CBF55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Gaze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C63B2-5C41-132E-F48A-75C90BD9AF6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4"/>
                <a:ext cx="7025642" cy="4417906"/>
              </a:xfrm>
            </p:spPr>
            <p:txBody>
              <a:bodyPr>
                <a:normAutofit/>
              </a:bodyPr>
              <a:lstStyle/>
              <a:p>
                <a:r>
                  <a:rPr lang="x-none" sz="2400" b="1" dirty="0"/>
                  <a:t>Eye</a:t>
                </a:r>
                <a:r>
                  <a:rPr lang="en-IN" sz="2400" b="1" dirty="0"/>
                  <a:t> Height &amp; Width</a:t>
                </a:r>
                <a:r>
                  <a:rPr lang="en-IN" b="1" dirty="0"/>
                  <a:t>:-</a:t>
                </a:r>
              </a:p>
              <a:p>
                <a:r>
                  <a:rPr lang="en-IN" sz="1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x-none" sz="1800" i="1">
                            <a:latin typeface="Cambria Math" panose="02040503050406030204" pitchFamily="18" charset="0"/>
                          </a:rPr>
                          <m:t>𝑒𝑦𝑒</m:t>
                        </m:r>
                      </m:sub>
                    </m:sSub>
                    <m:r>
                      <a:rPr lang="x-none" sz="18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+(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en-IN" sz="18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x-none" sz="1800" i="1">
                            <a:latin typeface="Cambria Math" panose="02040503050406030204" pitchFamily="18" charset="0"/>
                          </a:rPr>
                          <m:t>𝑒𝑦𝑒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+(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x-non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x-none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x-none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endParaRPr lang="en-IN" sz="1800" dirty="0"/>
              </a:p>
              <a:p>
                <a:pPr marL="0" indent="0">
                  <a:buNone/>
                </a:pPr>
                <a:r>
                  <a:rPr lang="x-none" sz="2400" b="1" dirty="0"/>
                  <a:t>Gaze Ratio</a:t>
                </a:r>
                <a:r>
                  <a:rPr lang="en-IN" sz="2400" b="1" dirty="0"/>
                  <a:t>:-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x-none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x-none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x-non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𝑖𝑟𝑖𝑠</m:t>
                            </m:r>
                          </m:sub>
                        </m:sSub>
                        <m:r>
                          <a:rPr lang="x-none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𝑒𝑦𝑒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x-none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x-non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𝑖𝑟𝑖𝑠</m:t>
                            </m:r>
                          </m:sub>
                        </m:sSub>
                        <m:r>
                          <a:rPr lang="x-none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x-none" sz="2400" i="1">
                                <a:latin typeface="Cambria Math" panose="02040503050406030204" pitchFamily="18" charset="0"/>
                              </a:rPr>
                              <m:t>𝑒𝑦𝑒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Gaze Directions:-</a:t>
                </a:r>
                <a:endParaRPr lang="en-IN" dirty="0"/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x-none" i="1">
                              <a:latin typeface="Cambria Math" panose="02040503050406030204" pitchFamily="18" charset="0"/>
                            </a:rPr>
                            <m:t>𝐿𝐸𝐹𝑇</m:t>
                          </m:r>
                        </m:e>
                        <m:e/>
                        <m:e/>
                      </m:mr>
                    </m:m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x-none" i="1">
                              <a:latin typeface="Cambria Math" panose="02040503050406030204" pitchFamily="18" charset="0"/>
                            </a:rPr>
                            <m:t>𝑅𝐼𝐺𝐻𝑇</m:t>
                          </m:r>
                        </m:e>
                        <m:e/>
                        <m:e/>
                      </m:mr>
                    </m:m>
                  </m:oMath>
                </a14:m>
                <a:br>
                  <a:rPr lang="en-IN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x-none" i="1">
                              <a:latin typeface="Cambria Math" panose="02040503050406030204" pitchFamily="18" charset="0"/>
                            </a:rPr>
                            <m:t>𝑈𝑃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x-none"/>
                            <m:t> </m:t>
                          </m:r>
                        </m:e>
                      </m:mr>
                    </m:m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x-non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x-none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x-none" i="1">
                              <a:latin typeface="Cambria Math" panose="02040503050406030204" pitchFamily="18" charset="0"/>
                            </a:rPr>
                            <m:t>𝐷𝑂𝑊𝑁</m:t>
                          </m:r>
                        </m:e>
                        <m:e/>
                        <m:e/>
                      </m:mr>
                    </m:m>
                  </m:oMath>
                </a14:m>
                <a:endParaRPr lang="en-IN" dirty="0"/>
              </a:p>
              <a:p>
                <a:r>
                  <a:rPr lang="x-none" dirty="0"/>
                  <a:t>Otherwise,     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x-none" i="1">
                              <a:latin typeface="Cambria Math" panose="02040503050406030204" pitchFamily="18" charset="0"/>
                            </a:rPr>
                            <m:t>𝐶𝐸𝑁𝑇𝐸𝑅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x-none"/>
                            <m:t> </m:t>
                          </m:r>
                        </m:e>
                      </m:mr>
                    </m:m>
                  </m:oMath>
                </a14:m>
                <a:endParaRPr lang="en-IN" dirty="0"/>
              </a:p>
              <a:p>
                <a:r>
                  <a:rPr lang="x-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x-non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x-non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x-non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x-non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x-none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x-non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x-none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x-none" dirty="0"/>
                  <a:t>represent threshold values.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C63B2-5C41-132E-F48A-75C90BD9A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4"/>
                <a:ext cx="7025642" cy="4417906"/>
              </a:xfrm>
              <a:blipFill>
                <a:blip r:embed="rId2"/>
                <a:stretch>
                  <a:fillRect l="-2602" t="-19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81AA5-7C85-501D-330E-E204BB4A0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229600" y="1845734"/>
            <a:ext cx="292608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9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620F-75A8-B5AB-96EB-7AB9AAB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Blink Detection &amp; Processing Pipeline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5800D-5B81-5A4F-037F-DA80A4266F8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80" y="1851076"/>
                <a:ext cx="4541520" cy="453368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Blink Detection:</a:t>
                </a:r>
              </a:p>
              <a:p>
                <a:pPr lvl="1">
                  <a:buClrTx/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Uses Eye Aspect Ratio (EAR) </a:t>
                </a: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sz="2600" i="1"/>
                        </m:ctrlPr>
                      </m:mPr>
                      <m:mr>
                        <m:e/>
                        <m:e>
                          <m:r>
                            <a:rPr lang="x-none" sz="2600" i="1"/>
                            <m:t>𝐸𝐴𝑅</m:t>
                          </m:r>
                          <m:r>
                            <a:rPr lang="x-none" sz="2600"/>
                            <m:t>=</m:t>
                          </m:r>
                          <m:f>
                            <m:fPr>
                              <m:ctrlPr>
                                <a:rPr lang="en-IN" sz="2600" i="1"/>
                              </m:ctrlPr>
                            </m:fPr>
                            <m:num>
                              <m:r>
                                <a:rPr lang="x-none" sz="2600"/>
                                <m:t>∥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2</m:t>
                                  </m:r>
                                </m:sub>
                              </m:sSub>
                              <m:r>
                                <a:rPr lang="x-none" sz="2600"/>
                                <m:t>−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6</m:t>
                                  </m:r>
                                </m:sub>
                              </m:sSub>
                              <m:r>
                                <a:rPr lang="x-none" sz="2600"/>
                                <m:t>∥+∥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3</m:t>
                                  </m:r>
                                </m:sub>
                              </m:sSub>
                              <m:r>
                                <a:rPr lang="x-none" sz="2600"/>
                                <m:t>−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5</m:t>
                                  </m:r>
                                </m:sub>
                              </m:sSub>
                              <m:r>
                                <a:rPr lang="x-none" sz="2600"/>
                                <m:t>∥</m:t>
                              </m:r>
                            </m:num>
                            <m:den>
                              <m:r>
                                <a:rPr lang="x-none" sz="2600"/>
                                <m:t>2∥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1</m:t>
                                  </m:r>
                                </m:sub>
                              </m:sSub>
                              <m:r>
                                <a:rPr lang="x-none" sz="2600"/>
                                <m:t>−</m:t>
                              </m:r>
                              <m:sSub>
                                <m:sSubPr>
                                  <m:ctrlPr>
                                    <a:rPr lang="en-IN" sz="2600" i="1"/>
                                  </m:ctrlPr>
                                </m:sSubPr>
                                <m:e>
                                  <m:r>
                                    <a:rPr lang="x-none" sz="2600" i="1"/>
                                    <m:t>𝑃</m:t>
                                  </m:r>
                                </m:e>
                                <m:sub>
                                  <m:r>
                                    <a:rPr lang="x-none" sz="2600"/>
                                    <m:t>4</m:t>
                                  </m:r>
                                </m:sub>
                              </m:sSub>
                              <m:r>
                                <a:rPr lang="x-none" sz="2600"/>
                                <m:t>∥</m:t>
                              </m:r>
                            </m:den>
                          </m:f>
                        </m:e>
                        <m:e/>
                        <m:e/>
                      </m:mr>
                    </m:m>
                  </m:oMath>
                </a14:m>
                <a:endParaRPr lang="en-IN" sz="2600" dirty="0"/>
              </a:p>
              <a:p>
                <a:r>
                  <a:rPr lang="x-none" sz="2600" dirty="0"/>
                  <a:t>If        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IN" sz="2600" i="1"/>
                        </m:ctrlPr>
                      </m:mPr>
                      <m:mr>
                        <m:e/>
                        <m:e>
                          <m:r>
                            <a:rPr lang="x-none" sz="2600" i="1"/>
                            <m:t>𝐸𝐴𝑅</m:t>
                          </m:r>
                          <m:r>
                            <a:rPr lang="x-none" sz="2600"/>
                            <m:t>&lt;</m:t>
                          </m:r>
                          <m:sSub>
                            <m:sSubPr>
                              <m:ctrlPr>
                                <a:rPr lang="en-IN" sz="2600" i="1"/>
                              </m:ctrlPr>
                            </m:sSubPr>
                            <m:e>
                              <m:r>
                                <a:rPr lang="x-none" sz="2600" i="1"/>
                                <m:t>𝑇</m:t>
                              </m:r>
                            </m:e>
                            <m:sub>
                              <m:r>
                                <a:rPr lang="x-none" sz="2600" i="1"/>
                                <m:t>𝑏𝑙𝑖𝑛𝑘</m:t>
                              </m:r>
                            </m:sub>
                          </m:sSub>
                        </m:e>
                        <m:e/>
                        <m:e/>
                      </m:mr>
                    </m:m>
                  </m:oMath>
                </a14:m>
                <a:endParaRPr lang="en-IN" sz="2600" dirty="0"/>
              </a:p>
              <a:p>
                <a:pPr marL="201168" lvl="1" indent="0">
                  <a:buClrTx/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ClrTx/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EAR below threshold → Blink detected </a:t>
                </a:r>
              </a:p>
              <a:p>
                <a:pPr lvl="1">
                  <a:buClrTx/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Used as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selection command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Pipeline: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Capture image 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Face detection 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Landmark extraction 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Iris tracking 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Gaze detection </a:t>
                </a:r>
              </a:p>
              <a:p>
                <a:pPr marL="749808" lvl="1" indent="-457200">
                  <a:buClrTx/>
                  <a:buFont typeface="+mj-lt"/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Blink detection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5800D-5B81-5A4F-037F-DA80A4266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80" y="1851076"/>
                <a:ext cx="4541520" cy="4533682"/>
              </a:xfrm>
              <a:blipFill>
                <a:blip r:embed="rId2"/>
                <a:stretch>
                  <a:fillRect l="-2013" t="-2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3">
            <a:extLst>
              <a:ext uri="{FF2B5EF4-FFF2-40B4-BE49-F238E27FC236}">
                <a16:creationId xmlns:a16="http://schemas.microsoft.com/office/drawing/2014/main" id="{70FCA674-5DB8-6A18-DFBD-895101DDF7AF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6096000" y="1846263"/>
            <a:ext cx="5029200" cy="44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3">
            <a:extLst>
              <a:ext uri="{FF2B5EF4-FFF2-40B4-BE49-F238E27FC236}">
                <a16:creationId xmlns:a16="http://schemas.microsoft.com/office/drawing/2014/main" id="{0E2E2160-7221-752C-87A8-84B9339D6CC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4520" y="213360"/>
            <a:ext cx="7620000" cy="598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6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40B36-E665-0863-F542-031C474B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Role, 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9C160-08D2-3309-8275-C56E6E654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342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IN" dirty="0"/>
              <a:t>Converts eye movement → control signals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IN" dirty="0"/>
              <a:t>Sends commands to microcontroller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</a:p>
          <a:p>
            <a:pPr marL="0" indent="0">
              <a:buClrTx/>
              <a:buNone/>
            </a:pPr>
            <a:r>
              <a:rPr lang="en-IN" dirty="0"/>
              <a:t> Real-time &amp; accurate</a:t>
            </a:r>
            <a:br>
              <a:rPr lang="en-IN" dirty="0"/>
            </a:br>
            <a:r>
              <a:rPr lang="en-IN" dirty="0"/>
              <a:t> No special hardware</a:t>
            </a:r>
            <a:br>
              <a:rPr lang="en-IN" dirty="0"/>
            </a:br>
            <a:r>
              <a:rPr lang="en-IN" dirty="0"/>
              <a:t> Low-cost solution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en-IN" b="1" dirty="0"/>
              <a:t>:</a:t>
            </a:r>
          </a:p>
          <a:p>
            <a:r>
              <a:rPr lang="en-IN" dirty="0"/>
              <a:t> Sensitive to lighting</a:t>
            </a:r>
            <a:br>
              <a:rPr lang="en-IN" dirty="0"/>
            </a:br>
            <a:r>
              <a:rPr lang="en-IN" dirty="0"/>
              <a:t> Issues with glasses/occlusion</a:t>
            </a:r>
            <a:br>
              <a:rPr lang="en-IN" dirty="0"/>
            </a:br>
            <a:r>
              <a:rPr lang="en-IN" dirty="0"/>
              <a:t> Reduced accuracy with large head movement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0929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472</TotalTime>
  <Words>269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Retrospect</vt:lpstr>
      <vt:lpstr>AI-Based Eye Tracking System</vt:lpstr>
      <vt:lpstr>Introduction to MediaPipe</vt:lpstr>
      <vt:lpstr>Why MediaPipe in This Project</vt:lpstr>
      <vt:lpstr>Face Mesh &amp; Landmark Detection</vt:lpstr>
      <vt:lpstr>Iris Tracking</vt:lpstr>
      <vt:lpstr>Gaze Estimation</vt:lpstr>
      <vt:lpstr>Blink Detection &amp; Processing Pipeline</vt:lpstr>
      <vt:lpstr>PowerPoint Presentation</vt:lpstr>
      <vt:lpstr>Role, Advantages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mohan</dc:creator>
  <cp:lastModifiedBy>rahul mohan</cp:lastModifiedBy>
  <cp:revision>4</cp:revision>
  <dcterms:created xsi:type="dcterms:W3CDTF">2026-03-22T17:50:31Z</dcterms:created>
  <dcterms:modified xsi:type="dcterms:W3CDTF">2026-03-24T20:30:27Z</dcterms:modified>
</cp:coreProperties>
</file>